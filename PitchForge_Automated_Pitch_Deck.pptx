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323232"/>
                </a:solidFill>
              </a:defRPr>
            </a:pPr>
            <a:r>
              <a:t>PITCHFORGE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468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323232"/>
                </a:solidFill>
              </a:defRPr>
            </a:pPr>
            <a:r>
              <a:t>Build Your Story. Showcase Your Venture. Pitch with Confidence.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383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23232"/>
                </a:solidFill>
              </a:defRPr>
            </a:pPr>
            <a:r>
              <a:t>Digital Entrepreneur Portfolio &amp; Pitch Deck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754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23232"/>
                </a:solidFill>
              </a:defRPr>
            </a:pPr>
            <a:r>
              <a:t>Proposed Startup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23232"/>
                </a:solidFill>
              </a:defRPr>
            </a:pPr>
            <a:r>
              <a:t>PitchForge | Proposed Startup Concept | Student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323232"/>
                </a:solidFill>
              </a:defRPr>
            </a:pPr>
            <a:r>
              <a:t>Early-stage entrepreneurs struggle to present their startup information in a structured, professional and investor-ready format.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323232"/>
                </a:solidFill>
              </a:defRPr>
            </a:pPr>
            <a:r>
              <a:t>• Information is often scattered across documents and presentations.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323232"/>
                </a:solidFill>
              </a:defRPr>
            </a:pPr>
            <a:r>
              <a:t>• Many entrepreneurs lack professional presentation-design skills.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323232"/>
                </a:solidFill>
              </a:defRPr>
            </a:pPr>
            <a:r>
              <a:t>• Creating a structured portfolio and pitch deck can be time-consuming.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23232"/>
                </a:solidFill>
              </a:defRPr>
            </a:pPr>
            <a:r>
              <a:t>PitchForge | Proposed Startup Concept | Student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23232"/>
                </a:solidFill>
              </a:defRPr>
            </a:pPr>
            <a:r>
              <a:t>PitchForge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323232"/>
                </a:solidFill>
              </a:defRPr>
            </a:pPr>
            <a:r>
              <a:t>An AI-assisted digital platform combining entrepreneur portfolio creation, startup information management and pitch-deck building in one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323232"/>
                </a:solidFill>
              </a:defRPr>
            </a:pPr>
            <a:r>
              <a:t>• Create a professional entrepreneur profile.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323232"/>
                </a:solidFill>
              </a:defRPr>
            </a:pPr>
            <a:r>
              <a:t>• Organize startup information in one workspace.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323232"/>
                </a:solidFill>
              </a:defRPr>
            </a:pPr>
            <a:r>
              <a:t>• Generate structured pitch-deck content.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23232"/>
                </a:solidFill>
              </a:defRPr>
            </a:pPr>
            <a:r>
              <a:t>PitchForge | Proposed Startup Concept | Student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Target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323232"/>
                </a:solidFill>
              </a:defRPr>
            </a:pPr>
            <a:r>
              <a:t>Primary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323232"/>
                </a:solidFill>
              </a:defRPr>
            </a:pPr>
            <a:r>
              <a:t>Student entrepreneurs and early-stage founders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323232"/>
                </a:solidFill>
              </a:defRPr>
            </a:pPr>
            <a:r>
              <a:t>Secondary Customers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8288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323232"/>
                </a:solidFill>
              </a:defRPr>
            </a:pPr>
            <a:r>
              <a:t>Incubators, accelerators, entrepreneurship cells and small-business owners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323232"/>
                </a:solidFill>
              </a:defRPr>
            </a:pPr>
            <a:r>
              <a:t>Early Adopter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323232"/>
                </a:solidFill>
              </a:defRPr>
            </a:pPr>
            <a:r>
              <a:t>College students preparing for startup competitions, incubator applications or investor presentations.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23232"/>
                </a:solidFill>
              </a:defRPr>
            </a:pPr>
            <a:r>
              <a:t>Market-size figures: To be validated through market research.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23232"/>
                </a:solidFill>
              </a:defRPr>
            </a:pPr>
            <a:r>
              <a:t>PitchForge | Proposed Startup Concept | Student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323232"/>
                </a:solidFill>
              </a:defRPr>
            </a:pPr>
            <a:r>
              <a:t>Proposed Revenue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323232"/>
                </a:solidFill>
              </a:defRPr>
            </a:pPr>
            <a:r>
              <a:t>• Freemium SaaS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323232"/>
                </a:solidFill>
              </a:defRPr>
            </a:pPr>
            <a:r>
              <a:t>• Paid subscription plans for advanced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323232"/>
                </a:solidFill>
              </a:defRPr>
            </a:pPr>
            <a:r>
              <a:t>• Institutional plans for colleges and entrepreneurship programmes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323232"/>
                </a:solidFill>
              </a:defRPr>
            </a:pPr>
            <a:r>
              <a:t>Proposed Pricing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377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323232"/>
                </a:solidFill>
              </a:defRPr>
            </a:pPr>
            <a:r>
              <a:t>Free → Basic features</a:t>
            </a:r>
            <a:br/>
            <a:r>
              <a:t>Pro → Full portfolio + AI assistance + pitch deck</a:t>
            </a:r>
            <a:br/>
            <a:r>
              <a:t>Premium → Advanced customization</a:t>
            </a:r>
            <a:br/>
            <a:r>
              <a:t>Institutional → Multiple accounts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23232"/>
                </a:solidFill>
              </a:defRPr>
            </a:pPr>
            <a:r>
              <a:t>PitchForge | Proposed Startup Concept | Student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23232"/>
                </a:solidFill>
              </a:defRPr>
            </a:pPr>
            <a:r>
              <a:t>Founder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323232"/>
                </a:solidFill>
              </a:defRPr>
            </a:pPr>
            <a:r>
              <a:t>Swetaa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323232"/>
                </a:solidFill>
              </a:defRPr>
            </a:pPr>
            <a:r>
              <a:t>• Student entrepreneur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323232"/>
                </a:solidFill>
              </a:defRPr>
            </a:pPr>
            <a:r>
              <a:t>• Interest in entrepreneurship, digital business and AI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323232"/>
                </a:solidFill>
              </a:defRPr>
            </a:pPr>
            <a:r>
              <a:t>• Responsible for startup concept, business strategy and project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323232"/>
                </a:solidFill>
              </a:defRPr>
            </a:pPr>
            <a:r>
              <a:t>Team structure can be expanded as the startup progresses.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23232"/>
                </a:solidFill>
              </a:defRPr>
            </a:pPr>
            <a:r>
              <a:t>PitchForge | Proposed Startup Concept | Student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Financials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323232"/>
                </a:solidFill>
              </a:defRPr>
            </a:pPr>
            <a:r>
              <a:t>Current Stage: Pre-Launch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323232"/>
                </a:solidFill>
              </a:defRPr>
            </a:pPr>
            <a:r>
              <a:t>• Revenue: Not yet generated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323232"/>
                </a:solidFill>
              </a:defRPr>
            </a:pPr>
            <a:r>
              <a:t>• Customers: Not yet acquired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323232"/>
                </a:solidFill>
              </a:defRPr>
            </a:pPr>
            <a:r>
              <a:t>• Financial projections: To be developed after validating pricing and cost assumptions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323232"/>
                </a:solidFill>
              </a:defRPr>
            </a:pPr>
            <a:r>
              <a:t>• Funding requirement: To be estimated based on the next meaningful milestone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23232"/>
                </a:solidFill>
              </a:defRPr>
            </a:pPr>
            <a:r>
              <a:t>No actual revenue, customers or traction are claimed.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23232"/>
                </a:solidFill>
              </a:defRPr>
            </a:pPr>
            <a:r>
              <a:t>PitchForge | Proposed Startup Concept | Student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