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/>
            </a:pPr>
            <a:r>
              <a:t>DIGITAL ENTREPRENEUR</a:t>
            </a:r>
            <a:br/>
            <a:r>
              <a:t>PORTFOLIO &amp; PITCH DECK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/>
            </a:pPr>
            <a:r>
              <a:t>Case Startup: PitchForge</a:t>
            </a:r>
          </a:p>
          <a:p>
            <a:pPr algn="ctr">
              <a:defRPr sz="1500"/>
            </a:pPr>
            <a:r>
              <a:t>“Build Your Story. Showcase Your Venture. Pitch with Confidence.”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 digital workflow for transforming startup information into structured business presentation materials.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Problem: Early-stage entrepreneurs often struggle to present startup information in a professional, investor-ready format.</a:t>
            </a:r>
          </a:p>
          <a:p>
            <a:pPr>
              <a:spcAft>
                <a:spcPts val="1200"/>
              </a:spcAft>
              <a:defRPr sz="1900"/>
            </a:pPr>
            <a:r>
              <a:t>Proposed solution: PitchForge organizes entrepreneur and startup information and automates portfolio and pitch-deck generation.</a:t>
            </a:r>
          </a:p>
          <a:p>
            <a:pPr>
              <a:spcAft>
                <a:spcPts val="1200"/>
              </a:spcAft>
              <a:defRPr sz="1900"/>
            </a:pPr>
            <a:r>
              <a:t>Core workflow: Data Collection → Data Processing → AI-Assisted Content → Pitch Deck Automation → Web Application → Testing.</a:t>
            </a:r>
          </a:p>
          <a:p>
            <a:pPr>
              <a:spcAft>
                <a:spcPts val="1200"/>
              </a:spcAft>
              <a:defRPr sz="1900"/>
            </a:pPr>
            <a:r>
              <a:t>Primary outputs: Structured CSV data, PowerPoint pitch deck and PDF portfolio.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Problem, Importance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Problem &amp;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Startup information may be scattered across notes, spreadsheets and documents.</a:t>
            </a:r>
          </a:p>
          <a:p>
            <a:pPr>
              <a:spcAft>
                <a:spcPts val="1000"/>
              </a:spcAft>
              <a:defRPr sz="1600"/>
            </a:pPr>
            <a:r>
              <a:t>Manual pitch-deck preparation can be time-consuming.</a:t>
            </a:r>
          </a:p>
          <a:p>
            <a:pPr>
              <a:spcAft>
                <a:spcPts val="1000"/>
              </a:spcAft>
              <a:defRPr sz="1600"/>
            </a:pPr>
            <a:r>
              <a:t>Consistent presentation structure and formatting can be difficult.</a:t>
            </a:r>
          </a:p>
          <a:p>
            <a:pPr>
              <a:spcAft>
                <a:spcPts val="1000"/>
              </a:spcAft>
              <a:defRPr sz="1600"/>
            </a:pPr>
            <a:r>
              <a:t>A digital workflow can reduce repetitive presentation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Collect and organize startup information.</a:t>
            </a:r>
          </a:p>
          <a:p>
            <a:pPr>
              <a:spcAft>
                <a:spcPts val="1000"/>
              </a:spcAft>
              <a:defRPr sz="1600"/>
            </a:pPr>
            <a:r>
              <a:t>Process data using Python and Pandas.</a:t>
            </a:r>
          </a:p>
          <a:p>
            <a:pPr>
              <a:spcAft>
                <a:spcPts val="1000"/>
              </a:spcAft>
              <a:defRPr sz="1600"/>
            </a:pPr>
            <a:r>
              <a:t>Generate AI-assisted content suggestions.</a:t>
            </a:r>
          </a:p>
          <a:p>
            <a:pPr>
              <a:spcAft>
                <a:spcPts val="1000"/>
              </a:spcAft>
              <a:defRPr sz="1600"/>
            </a:pPr>
            <a:r>
              <a:t>Automate PowerPoint and PDF outputs.</a:t>
            </a:r>
          </a:p>
          <a:p>
            <a:pPr>
              <a:spcAft>
                <a:spcPts val="1000"/>
              </a:spcAft>
              <a:defRPr sz="1600"/>
            </a:pPr>
            <a:r>
              <a:t>Test adaptability across different startup industries.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PitchForge –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PitchForge is the case startup used to demonstrate the proposed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Entrepreneur Profile Management – founder and startup information.</a:t>
            </a:r>
          </a:p>
          <a:p>
            <a:pPr>
              <a:spcAft>
                <a:spcPts val="1200"/>
              </a:spcAft>
              <a:defRPr sz="1900"/>
            </a:pPr>
            <a:r>
              <a:t>Startup Information Management – problem, solution, market and revenue model.</a:t>
            </a:r>
          </a:p>
          <a:p>
            <a:pPr>
              <a:spcAft>
                <a:spcPts val="1200"/>
              </a:spcAft>
              <a:defRPr sz="1900"/>
            </a:pPr>
            <a:r>
              <a:t>Smart Content Suggestions – rule-based AI-assisted presentation content.</a:t>
            </a:r>
          </a:p>
          <a:p>
            <a:pPr>
              <a:spcAft>
                <a:spcPts val="1200"/>
              </a:spcAft>
              <a:defRPr sz="1900"/>
            </a:pPr>
            <a:r>
              <a:t>Media Upload – logo, team photo and product screenshot.</a:t>
            </a:r>
          </a:p>
          <a:p>
            <a:pPr>
              <a:spcAft>
                <a:spcPts val="1200"/>
              </a:spcAft>
              <a:defRPr sz="1900"/>
            </a:pPr>
            <a:r>
              <a:t>Automated Exports – PowerPoint pitch deck and PDF portfolio.</a:t>
            </a:r>
          </a:p>
          <a:p>
            <a:pPr>
              <a:spcAft>
                <a:spcPts val="1200"/>
              </a:spcAft>
              <a:defRPr sz="1900"/>
            </a:pPr>
            <a:r>
              <a:t>Interactive Interface – Streamlit-based web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Collection &amp;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Structured startup information is converted into reusable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Data Collected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Founder Name</a:t>
            </a:r>
          </a:p>
          <a:p>
            <a:pPr>
              <a:spcAft>
                <a:spcPts val="1000"/>
              </a:spcAft>
              <a:defRPr sz="1600"/>
            </a:pPr>
            <a:r>
              <a:t>Startup Name &amp; Industry</a:t>
            </a:r>
          </a:p>
          <a:p>
            <a:pPr>
              <a:spcAft>
                <a:spcPts val="1000"/>
              </a:spcAft>
              <a:defRPr sz="1600"/>
            </a:pPr>
            <a:r>
              <a:t>Problem &amp; Solution</a:t>
            </a:r>
          </a:p>
          <a:p>
            <a:pPr>
              <a:spcAft>
                <a:spcPts val="1000"/>
              </a:spcAft>
              <a:defRPr sz="1600"/>
            </a:pPr>
            <a:r>
              <a:t>Target Market</a:t>
            </a:r>
          </a:p>
          <a:p>
            <a:pPr>
              <a:spcAft>
                <a:spcPts val="1000"/>
              </a:spcAft>
              <a:defRPr sz="1600"/>
            </a:pPr>
            <a:r>
              <a:t>Revenue Model</a:t>
            </a:r>
          </a:p>
          <a:p>
            <a:pPr>
              <a:spcAft>
                <a:spcPts val="1000"/>
              </a:spcAft>
              <a:defRPr sz="1600"/>
            </a:pPr>
            <a:r>
              <a:t>Product, Features &amp;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Processed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profile_data.csv</a:t>
            </a:r>
          </a:p>
          <a:p>
            <a:pPr>
              <a:spcAft>
                <a:spcPts val="1000"/>
              </a:spcAft>
              <a:defRPr sz="1600"/>
            </a:pPr>
            <a:r>
              <a:t>problem_data.csv</a:t>
            </a:r>
          </a:p>
          <a:p>
            <a:pPr>
              <a:spcAft>
                <a:spcPts val="1000"/>
              </a:spcAft>
              <a:defRPr sz="1600"/>
            </a:pPr>
            <a:r>
              <a:t>solution_data.csv</a:t>
            </a:r>
          </a:p>
          <a:p>
            <a:pPr>
              <a:spcAft>
                <a:spcPts val="1000"/>
              </a:spcAft>
              <a:defRPr sz="1600"/>
            </a:pPr>
            <a:r>
              <a:t>market_data.csv</a:t>
            </a:r>
          </a:p>
          <a:p>
            <a:pPr>
              <a:spcAft>
                <a:spcPts val="1000"/>
              </a:spcAft>
              <a:defRPr sz="1600"/>
            </a:pPr>
            <a:r>
              <a:t>financials_data.csv</a:t>
            </a:r>
          </a:p>
          <a:p>
            <a:pPr>
              <a:spcAft>
                <a:spcPts val="1000"/>
              </a:spcAft>
              <a:defRPr sz="1600"/>
            </a:pPr>
            <a:r>
              <a:t>AI_Generated_Pitch_Content.csv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AI-Assisted Content &amp;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current prototype uses a rule-based AI-assisted approach rather than an external generative AI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Content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19675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Problem statements are converted into concise summaries.</a:t>
            </a:r>
          </a:p>
          <a:p>
            <a:pPr>
              <a:spcAft>
                <a:spcPts val="1000"/>
              </a:spcAft>
              <a:defRPr sz="1600"/>
            </a:pPr>
            <a:r>
              <a:t>Solution information is converted into presentation-ready text.</a:t>
            </a:r>
          </a:p>
          <a:p>
            <a:pPr>
              <a:spcAft>
                <a:spcPts val="1000"/>
              </a:spcAft>
              <a:defRPr sz="1600"/>
            </a:pPr>
            <a:r>
              <a:t>The approach demonstrates AI-assisted business-content generation.</a:t>
            </a:r>
          </a:p>
          <a:p>
            <a:pPr>
              <a:spcAft>
                <a:spcPts val="1000"/>
              </a:spcAft>
              <a:defRPr sz="1600"/>
            </a:pPr>
            <a:r>
              <a:t>Example: structured, professional and investor-ready problem 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Pitch Deck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Cover</a:t>
            </a:r>
          </a:p>
          <a:p>
            <a:pPr>
              <a:spcAft>
                <a:spcPts val="1000"/>
              </a:spcAft>
              <a:defRPr sz="1600"/>
            </a:pPr>
            <a:r>
              <a:t>Problem</a:t>
            </a:r>
          </a:p>
          <a:p>
            <a:pPr>
              <a:spcAft>
                <a:spcPts val="1000"/>
              </a:spcAft>
              <a:defRPr sz="1600"/>
            </a:pPr>
            <a:r>
              <a:t>Solution</a:t>
            </a:r>
          </a:p>
          <a:p>
            <a:pPr>
              <a:spcAft>
                <a:spcPts val="1000"/>
              </a:spcAft>
              <a:defRPr sz="1600"/>
            </a:pPr>
            <a:r>
              <a:t>Market</a:t>
            </a:r>
          </a:p>
          <a:p>
            <a:pPr>
              <a:spcAft>
                <a:spcPts val="1000"/>
              </a:spcAft>
              <a:defRPr sz="1600"/>
            </a:pPr>
            <a:r>
              <a:t>Business Model</a:t>
            </a:r>
          </a:p>
          <a:p>
            <a:pPr>
              <a:spcAft>
                <a:spcPts val="1000"/>
              </a:spcAft>
              <a:defRPr sz="1600"/>
            </a:pPr>
            <a:r>
              <a:t>Team</a:t>
            </a:r>
          </a:p>
          <a:p>
            <a:pPr>
              <a:spcAft>
                <a:spcPts val="1000"/>
              </a:spcAft>
              <a:defRPr sz="1600"/>
            </a:pPr>
            <a:r>
              <a:t>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Streamlit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Interactive interface for startup information entry, preview and export.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Startup Information – startup name, founder, industry, market and revenue model.</a:t>
            </a:r>
          </a:p>
          <a:p>
            <a:pPr>
              <a:spcAft>
                <a:spcPts val="1200"/>
              </a:spcAft>
              <a:defRPr sz="1900"/>
            </a:pPr>
            <a:r>
              <a:t>Problem &amp; Solution – structured business statements.</a:t>
            </a:r>
          </a:p>
          <a:p>
            <a:pPr>
              <a:spcAft>
                <a:spcPts val="1200"/>
              </a:spcAft>
              <a:defRPr sz="1900"/>
            </a:pPr>
            <a:r>
              <a:t>Product/Service &amp; Features – product information and key features.</a:t>
            </a:r>
          </a:p>
          <a:p>
            <a:pPr>
              <a:spcAft>
                <a:spcPts val="1200"/>
              </a:spcAft>
              <a:defRPr sz="1900"/>
            </a:pPr>
            <a:r>
              <a:t>Media Upload – logo, team image and product screenshot.</a:t>
            </a:r>
          </a:p>
          <a:p>
            <a:pPr>
              <a:spcAft>
                <a:spcPts val="1200"/>
              </a:spcAft>
              <a:defRPr sz="1900"/>
            </a:pPr>
            <a:r>
              <a:t>Smart Content Suggestions – automated presentation-oriented content.</a:t>
            </a:r>
          </a:p>
          <a:p>
            <a:pPr>
              <a:spcAft>
                <a:spcPts val="1200"/>
              </a:spcAft>
              <a:defRPr sz="1900"/>
            </a:pPr>
            <a:r>
              <a:t>Export – PowerPoint pitch deck and PDF portfolio.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Testing &amp;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core workflow was tested across three startup domains.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Industry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FinTech – PayWise: cash flow and payment tracking.</a:t>
            </a:r>
          </a:p>
          <a:p>
            <a:pPr>
              <a:spcAft>
                <a:spcPts val="1000"/>
              </a:spcAft>
              <a:defRPr sz="1600"/>
            </a:pPr>
            <a:r>
              <a:t>EV – EcoCharge: portable EV charging.</a:t>
            </a:r>
          </a:p>
          <a:p>
            <a:pPr>
              <a:spcAft>
                <a:spcPts val="1000"/>
              </a:spcAft>
              <a:defRPr sz="1600"/>
            </a:pPr>
            <a:r>
              <a:t>EdTech – LearnBridge: learning resources and learning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Testing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Ease of entering startup information.</a:t>
            </a:r>
          </a:p>
          <a:p>
            <a:pPr>
              <a:spcAft>
                <a:spcPts val="1000"/>
              </a:spcAft>
              <a:defRPr sz="1600"/>
            </a:pPr>
            <a:r>
              <a:t>Clarity of generated content.</a:t>
            </a:r>
          </a:p>
          <a:p>
            <a:pPr>
              <a:spcAft>
                <a:spcPts val="1000"/>
              </a:spcAft>
              <a:defRPr sz="1600"/>
            </a:pPr>
            <a:r>
              <a:t>Usability of the interface.</a:t>
            </a:r>
          </a:p>
          <a:p>
            <a:pPr>
              <a:spcAft>
                <a:spcPts val="1000"/>
              </a:spcAft>
              <a:defRPr sz="1600"/>
            </a:pPr>
            <a:r>
              <a:t>Pitch-deck generation.</a:t>
            </a:r>
          </a:p>
          <a:p>
            <a:pPr>
              <a:spcAft>
                <a:spcPts val="1000"/>
              </a:spcAft>
              <a:defRPr sz="1600"/>
            </a:pPr>
            <a:r>
              <a:t>PDF/PPTX export.</a:t>
            </a:r>
          </a:p>
          <a:p>
            <a:pPr>
              <a:spcAft>
                <a:spcPts val="1000"/>
              </a:spcAft>
              <a:defRPr sz="1600"/>
            </a:pPr>
            <a:r>
              <a:t>Adaptability across industries.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Results, Business Value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Results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Core workflow passed across FinTech, EV and EdTech scenarios.</a:t>
            </a:r>
          </a:p>
          <a:p>
            <a:pPr>
              <a:spcAft>
                <a:spcPts val="1000"/>
              </a:spcAft>
              <a:defRPr sz="1600"/>
            </a:pPr>
            <a:r>
              <a:t>Automates several manual presentation-development activities.</a:t>
            </a:r>
          </a:p>
          <a:p>
            <a:pPr>
              <a:spcAft>
                <a:spcPts val="1000"/>
              </a:spcAft>
              <a:defRPr sz="1600"/>
            </a:pPr>
            <a:r>
              <a:t>Creates structured and consistent business presentation materials.</a:t>
            </a:r>
          </a:p>
          <a:p>
            <a:pPr>
              <a:spcAft>
                <a:spcPts val="1000"/>
              </a:spcAft>
              <a:defRPr sz="1600"/>
            </a:pPr>
            <a:r>
              <a:t>Provides an adaptable workflow for different startup contexts.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Key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Entrepreneurship and business-model structuring.</a:t>
            </a:r>
          </a:p>
          <a:p>
            <a:pPr>
              <a:spcAft>
                <a:spcPts val="1000"/>
              </a:spcAft>
              <a:defRPr sz="1600"/>
            </a:pPr>
            <a:r>
              <a:t>Python and Pandas for data processing.</a:t>
            </a:r>
          </a:p>
          <a:p>
            <a:pPr>
              <a:spcAft>
                <a:spcPts val="1000"/>
              </a:spcAft>
              <a:defRPr sz="1600"/>
            </a:pPr>
            <a:r>
              <a:t>Streamlit application development.</a:t>
            </a:r>
          </a:p>
          <a:p>
            <a:pPr>
              <a:spcAft>
                <a:spcPts val="1000"/>
              </a:spcAft>
              <a:defRPr sz="1600"/>
            </a:pPr>
            <a:r>
              <a:t>PowerPoint and PDF automation.</a:t>
            </a:r>
          </a:p>
          <a:p>
            <a:pPr>
              <a:spcAft>
                <a:spcPts val="1000"/>
              </a:spcAft>
              <a:defRPr sz="1600"/>
            </a:pPr>
            <a:r>
              <a:t>AI-assisted workflows and testing.</a:t>
            </a:r>
          </a:p>
          <a:p>
            <a:pPr>
              <a:spcAft>
                <a:spcPts val="1000"/>
              </a:spcAft>
              <a:defRPr sz="1600"/>
            </a:pPr>
            <a:r>
              <a:t>GitHub-based project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Limitations, 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4820055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Current AI content generation is rule-based.</a:t>
            </a:r>
          </a:p>
          <a:p>
            <a:pPr>
              <a:spcAft>
                <a:spcPts val="1000"/>
              </a:spcAft>
              <a:defRPr sz="1600"/>
            </a:pPr>
            <a:r>
              <a:t>Financial analysis is limited in the prototype.</a:t>
            </a:r>
          </a:p>
          <a:p>
            <a:pPr>
              <a:spcAft>
                <a:spcPts val="1000"/>
              </a:spcAft>
              <a:defRPr sz="1600"/>
            </a:pPr>
            <a:r>
              <a:t>More pitch templates and visual customization can be added.</a:t>
            </a:r>
          </a:p>
          <a:p>
            <a:pPr>
              <a:spcAft>
                <a:spcPts val="1000"/>
              </a:spcAft>
              <a:defRPr sz="1600"/>
            </a:pPr>
            <a:r>
              <a:t>Future versions can integrate generative AI and advanced financial analysis.</a:t>
            </a:r>
          </a:p>
          <a:p>
            <a:pPr>
              <a:spcAft>
                <a:spcPts val="1000"/>
              </a:spcAft>
              <a:defRPr sz="1600"/>
            </a:pPr>
            <a:r>
              <a:t>Online deployment and user accounts can be introduced.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78309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PitchForge demonstrates a practical digital solution for startup presentation.</a:t>
            </a:r>
          </a:p>
          <a:p>
            <a:pPr>
              <a:spcAft>
                <a:spcPts val="1000"/>
              </a:spcAft>
              <a:defRPr sz="1600"/>
            </a:pPr>
            <a:r>
              <a:t>The project combines entrepreneurship, Python automation, data processing and AI-assisted workflows.</a:t>
            </a:r>
          </a:p>
          <a:p>
            <a:pPr>
              <a:spcAft>
                <a:spcPts val="1000"/>
              </a:spcAft>
              <a:defRPr sz="1600"/>
            </a:pPr>
            <a:r>
              <a:t>The tested workflow can accommodate different startup domains.</a:t>
            </a:r>
          </a:p>
          <a:p>
            <a:pPr>
              <a:spcAft>
                <a:spcPts val="1000"/>
              </a:spcAft>
              <a:defRPr sz="1600"/>
            </a:pPr>
            <a:r>
              <a:t>The prototype provides a foundation for a more advanced entrepreneur-support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Digital Entrepreneur Portfolio &amp; Pitch Deck 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769</Words>
  <Application>Microsoft Macintosh PowerPoint</Application>
  <PresentationFormat>Custom</PresentationFormat>
  <Paragraphs>116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Swe</cp:lastModifiedBy>
  <cp:revision>3</cp:revision>
  <dcterms:created xsi:type="dcterms:W3CDTF">2013-01-27T09:14:16Z</dcterms:created>
  <dcterms:modified xsi:type="dcterms:W3CDTF">2026-10-05T11:48:19Z</dcterms:modified>
  <cp:category/>
</cp:coreProperties>
</file>